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17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411480"/>
            <a:ext cx="32004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IT SUPPORT REQUEST ASSISTANT</a:t>
            </a:r>
          </a:p>
        </p:txBody>
      </p:sp>
      <p:sp>
        <p:nvSpPr>
          <p:cNvPr id="6" name="Shape 3"/>
          <p:cNvSpPr/>
          <p:nvPr/>
        </p:nvSpPr>
        <p:spPr>
          <a:xfrm>
            <a:off x="3200400" y="3611880"/>
            <a:ext cx="2743200" cy="0"/>
          </a:xfrm>
          <a:prstGeom prst="line">
            <a:avLst/>
          </a:prstGeom>
          <a:noFill/>
          <a:ln w="25400">
            <a:solidFill>
              <a:srgbClr val="F7630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4"/>
          <p:cNvSpPr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Platform Explorers Cohort 2  |  Capstone Project  |  June 2026</a:t>
            </a:r>
          </a:p>
        </p:txBody>
      </p:sp>
      <p:sp>
        <p:nvSpPr>
          <p:cNvPr id="8" name="Shape 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3356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"/>
            <a:ext cx="10515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56032"/>
            <a:ext cx="475488" cy="475488"/>
          </a:xfrm>
          <a:prstGeom prst="ellipse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3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8229600" cy="3611880"/>
          </a:xfrm>
          <a:prstGeom prst="rect">
            <a:avLst/>
          </a:prstGeom>
          <a:solidFill>
            <a:srgbClr val="F7F7F8"/>
          </a:solidFill>
          <a:ln w="635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7863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Organizations depend on IT systems, but request intake is often informal, unstructured, and inconsistent.\n\nKey challenges addressed:\n- Unstructured submissions (email, calls, chat) cause missing information\n- Poor prioritization delays critical issue response\n- Manual handling reduces scalability and increases error risk\n- No real-time validation creates rework and longer resolution cycles\n- Limited user guidance lowers request quality\n\nWhy it matters:\n- Slower support response and avoidable downtime\n- Inefficient use of IT resources\n- Reduced user confidence in support operations\n\nObjective: standardize and automate IT request capture and routing through a conversational assistant.</a:t>
            </a:r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3356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"/>
            <a:ext cx="10515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56032"/>
            <a:ext cx="475488" cy="475488"/>
          </a:xfrm>
          <a:prstGeom prst="ellipse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3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8229600" cy="3611880"/>
          </a:xfrm>
          <a:prstGeom prst="rect">
            <a:avLst/>
          </a:prstGeom>
          <a:solidFill>
            <a:srgbClr val="F7F7F8"/>
          </a:solidFill>
          <a:ln w="635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7863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Solution overview:\nAn intelligent conversational assistant built with Microsoft Copilot Studio and integrated with Power Automate.\n\nEnd-to-end solution flow:\n- Conversation Start topic guides users with example request phrases\n- Submit a Request captures structured data (name, email, phone, department, issue type, priority, description)\n- Priority logic branches for Critical, High, Medium, and Low handling\n- Summary and confirmation step validates user input before submission\n- Ticket generated dynamically: IT-XXXXXXXX\n- Automated handoff to ITReqEmailFlow for HTML-formatted notification email\n- Start Over topic supports safe restart with Boolean confirmation logic\n\nEvidence references: Fig-01 to Fig-08 (including Fig-06a Email Delivery Confirmation).</a:t>
            </a:r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3356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"/>
            <a:ext cx="10515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56032"/>
            <a:ext cx="475488" cy="475488"/>
          </a:xfrm>
          <a:prstGeom prst="ellipse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3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Configuration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8229600" cy="3611880"/>
          </a:xfrm>
          <a:prstGeom prst="rect">
            <a:avLst/>
          </a:prstGeom>
          <a:solidFill>
            <a:srgbClr val="F7F7F8"/>
          </a:solidFill>
          <a:ln w="635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7863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Technical configuration:\n- Platform: Microsoft Copilot Studio + Power Automate + Outlook\n- Core topics: Conversation Start, Submit a Request, Start Over\n\nKey variables implemented:\n- userName, userEmail, userPhone\n- department / departmentText\n- issueType / issueTypeText\n- priorityLevel / priorityText\n- issueDescription, ticketID, Confirm\n- System variables: Bot.Name, System.Conversation.Id\n\nCore logic:\n- Normalization nodes convert choice values to text fields\n- Priority conditions drive response behavior\n- Ticket formula: "IT" &amp; "-" &amp; Right(System.Conversation.Id, 8)\n\nPower Automate (ITReqEmailFlow):\n- Triggered by Copilot action\n- Inputs: userName, department, issueType, issueDescription, priorityLevel, ticketID, userEmail, userPhone\n- Compose builds structured HTML body\n- Send Email action dispatches request\n- Respond to agent returns submission status</a:t>
            </a:r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3356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"/>
            <a:ext cx="10515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56032"/>
            <a:ext cx="475488" cy="475488"/>
          </a:xfrm>
          <a:prstGeom prst="ellipse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3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8229600" cy="3611880"/>
          </a:xfrm>
          <a:prstGeom prst="rect">
            <a:avLst/>
          </a:prstGeom>
          <a:solidFill>
            <a:srgbClr val="F7F7F8"/>
          </a:solidFill>
          <a:ln w="635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7863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Testing and outcome summary:\n\nTest scenarios executed:\n- Standard request -&gt; Success\n- Critical issue -&gt; Escalation triggered\n- Incorrect input -&gt; Handled\n- Restart flow -&gt; Works correctly\n\nObserved business impact:\n- Faster IT request processing through guided intake\n- Improved data accuracy with structured capture and confirmation\n- Better prioritization using rule-based logic\n- Reduced manual effort via automated email submission\n\nIntegration sequence:\nCopilot Studio -&gt; Call Action -&gt; Power Automate -&gt; Email Sent -&gt; Response Returned</a:t>
            </a:r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3356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" name="Image 0" descr="input/LOGO WITHOUT BACKGROUND (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137160"/>
            <a:ext cx="10515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56032"/>
            <a:ext cx="475488" cy="475488"/>
          </a:xfrm>
          <a:prstGeom prst="ellipse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3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Learnt &amp; Improvement Actions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8229600" cy="3611880"/>
          </a:xfrm>
          <a:prstGeom prst="rect">
            <a:avLst/>
          </a:prstGeom>
          <a:solidFill>
            <a:srgbClr val="F7F7F8"/>
          </a:solidFill>
          <a:ln w="635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7863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Lessons learnt:\n- Structured conversation design improves request quality\n- Priority logic is essential for operational automation\n- Validation and confirmation reduce rework and communication loops\n- End-to-end integration is critical for support efficiency\n\nImprovement actions:\n- Attach all remaining evidence screenshots (Fig-02 to Fig-17)\n- Add dashboard monitoring for request volume and SLA trends\n- Extend connectors to enterprise ticketing systems (ServiceNow/Dynamics 365)\n- Add analytics for category trends and escalation root causes\n- Introduce role-based routing and policy-driven triage enhancements</a:t>
            </a:r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630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  <clbl:label id="{a4e73e24-21b1-4f9e-b03f-5bf255d7c332}" enabled="1" method="Standard" siteId="{8da17dc5-99b9-46fe-a496-9b602fc2d07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On-screen Show (16:9)</PresentationFormat>
  <Paragraphs>28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Presentation Template</dc:title>
  <dc:subject>PptxGenJS Presentation</dc:subject>
  <dc:creator>Platform Explorers</dc:creator>
  <cp:lastModifiedBy>Juan Idowu</cp:lastModifiedBy>
  <cp:revision>4</cp:revision>
  <dcterms:created xsi:type="dcterms:W3CDTF">2026-05-23T11:17:06Z</dcterms:created>
  <dcterms:modified xsi:type="dcterms:W3CDTF">2026-05-23T12:48:13Z</dcterms:modified>
</cp:coreProperties>
</file>